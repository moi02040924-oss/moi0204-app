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>
        <p:scale>
          <a:sx n="100" d="100"/>
          <a:sy n="100" d="100"/>
        </p:scale>
        <p:origin x="114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6057-4834-43F1-8453-ECCDAE739C4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5CD8-8CE9-4467-84D5-BFAB31CE37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85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6057-4834-43F1-8453-ECCDAE739C4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5CD8-8CE9-4467-84D5-BFAB31CE37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903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6057-4834-43F1-8453-ECCDAE739C4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5CD8-8CE9-4467-84D5-BFAB31CE37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932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6057-4834-43F1-8453-ECCDAE739C4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5CD8-8CE9-4467-84D5-BFAB31CE37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212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6057-4834-43F1-8453-ECCDAE739C4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5CD8-8CE9-4467-84D5-BFAB31CE37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925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6057-4834-43F1-8453-ECCDAE739C4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5CD8-8CE9-4467-84D5-BFAB31CE37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881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6057-4834-43F1-8453-ECCDAE739C4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5CD8-8CE9-4467-84D5-BFAB31CE37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33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6057-4834-43F1-8453-ECCDAE739C4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5CD8-8CE9-4467-84D5-BFAB31CE37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272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6057-4834-43F1-8453-ECCDAE739C4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5CD8-8CE9-4467-84D5-BFAB31CE37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818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6057-4834-43F1-8453-ECCDAE739C4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5CD8-8CE9-4467-84D5-BFAB31CE37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56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6057-4834-43F1-8453-ECCDAE739C4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45CD8-8CE9-4467-84D5-BFAB31CE37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23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66057-4834-43F1-8453-ECCDAE739C4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45CD8-8CE9-4467-84D5-BFAB31CE37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30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11" y="1595873"/>
            <a:ext cx="11220996" cy="3515364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10496550" y="2428875"/>
            <a:ext cx="352425" cy="2190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942" y="3276600"/>
            <a:ext cx="2257708" cy="3257550"/>
          </a:xfrm>
          <a:prstGeom prst="rect">
            <a:avLst/>
          </a:prstGeom>
        </p:spPr>
      </p:pic>
      <p:cxnSp>
        <p:nvCxnSpPr>
          <p:cNvPr id="7" name="직선 화살표 연결선 6"/>
          <p:cNvCxnSpPr/>
          <p:nvPr/>
        </p:nvCxnSpPr>
        <p:spPr>
          <a:xfrm>
            <a:off x="10710862" y="2743200"/>
            <a:ext cx="0" cy="7334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524831" y="715515"/>
            <a:ext cx="33082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ID : kanghuntwo@gmail.com </a:t>
            </a:r>
            <a:br>
              <a:rPr lang="en-US" altLang="ko-KR" dirty="0" smtClean="0"/>
            </a:br>
            <a:r>
              <a:rPr lang="en-US" altLang="ko-KR" dirty="0" smtClean="0"/>
              <a:t>PWS : gitRmsrma0924!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90440" y="238125"/>
            <a:ext cx="3776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로그인 </a:t>
            </a:r>
            <a:r>
              <a:rPr lang="en-US" altLang="ko-KR" dirty="0" smtClean="0"/>
              <a:t>(</a:t>
            </a:r>
            <a:r>
              <a:rPr lang="ko-KR" altLang="en-US" dirty="0" smtClean="0"/>
              <a:t>https://github.com/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2795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757237"/>
            <a:ext cx="2390775" cy="222414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757237"/>
            <a:ext cx="8534400" cy="426720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23875" y="1981200"/>
            <a:ext cx="1866900" cy="238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2552700" y="2100262"/>
            <a:ext cx="6191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5467350" y="3343275"/>
            <a:ext cx="723900" cy="2000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90440" y="238125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편집 대상 선택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123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03" y="823847"/>
            <a:ext cx="10544248" cy="507212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0272713" y="2062163"/>
            <a:ext cx="180975" cy="1952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153400" y="1121748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편집을 위해 체크아웃</a:t>
            </a:r>
            <a:endParaRPr lang="ko-KR" altLang="en-US" dirty="0"/>
          </a:p>
        </p:txBody>
      </p:sp>
      <p:cxnSp>
        <p:nvCxnSpPr>
          <p:cNvPr id="8" name="직선 화살표 연결선 7"/>
          <p:cNvCxnSpPr/>
          <p:nvPr/>
        </p:nvCxnSpPr>
        <p:spPr>
          <a:xfrm flipH="1">
            <a:off x="10363200" y="1536978"/>
            <a:ext cx="9525" cy="5251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0440" y="238125"/>
            <a:ext cx="2769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소스 편집 </a:t>
            </a:r>
            <a:r>
              <a:rPr lang="en-US" altLang="ko-KR" dirty="0" smtClean="0"/>
              <a:t>(Check-Out)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8623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0440" y="238125"/>
            <a:ext cx="2655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소스 반영 </a:t>
            </a:r>
            <a:r>
              <a:rPr lang="en-US" altLang="ko-KR" dirty="0" smtClean="0"/>
              <a:t>(Check-In)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818071"/>
            <a:ext cx="11487150" cy="538498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0925175" y="1447800"/>
            <a:ext cx="933450" cy="247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9447387" y="1030843"/>
            <a:ext cx="2411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편집 완료</a:t>
            </a:r>
            <a:r>
              <a:rPr lang="en-US" altLang="ko-KR" dirty="0" smtClean="0"/>
              <a:t> </a:t>
            </a:r>
            <a:r>
              <a:rPr lang="ko-KR" altLang="en-US" dirty="0" smtClean="0"/>
              <a:t>후 </a:t>
            </a:r>
            <a:r>
              <a:rPr lang="en-US" altLang="ko-KR" dirty="0" smtClean="0"/>
              <a:t>Commit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376" y="1981200"/>
            <a:ext cx="3613249" cy="3790950"/>
          </a:xfrm>
          <a:prstGeom prst="rect">
            <a:avLst/>
          </a:prstGeom>
        </p:spPr>
      </p:pic>
      <p:cxnSp>
        <p:nvCxnSpPr>
          <p:cNvPr id="10" name="직선 화살표 연결선 9"/>
          <p:cNvCxnSpPr/>
          <p:nvPr/>
        </p:nvCxnSpPr>
        <p:spPr>
          <a:xfrm>
            <a:off x="11391900" y="1781175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10696574" y="5343525"/>
            <a:ext cx="1038225" cy="247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515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39</Words>
  <Application>Microsoft Office PowerPoint</Application>
  <PresentationFormat>와이드스크린</PresentationFormat>
  <Paragraphs>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hun</dc:creator>
  <cp:lastModifiedBy>hun</cp:lastModifiedBy>
  <cp:revision>3</cp:revision>
  <dcterms:created xsi:type="dcterms:W3CDTF">2026-03-17T23:53:55Z</dcterms:created>
  <dcterms:modified xsi:type="dcterms:W3CDTF">2026-03-18T00:23:30Z</dcterms:modified>
</cp:coreProperties>
</file>